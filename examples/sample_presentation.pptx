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电路与电子技术基础：第1讲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课程定位</a:t>
            </a:r>
          </a:p>
          <a:p>
            <a:pPr>
              <a:defRPr sz="1800"/>
            </a:pPr>
            <a:r>
              <a:t>学习目标</a:t>
            </a:r>
          </a:p>
          <a:p>
            <a:pPr>
              <a:defRPr sz="1800"/>
            </a:pPr>
            <a:r>
              <a:t>电路模型的意义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  |  SRC-CIR-001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从实际电路到电路模型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实际器件具有复杂物理特性</a:t>
            </a:r>
          </a:p>
          <a:p>
            <a:pPr>
              <a:defRPr sz="1800"/>
            </a:pPr>
            <a:r>
              <a:t>模型保留分析所需的主要关系</a:t>
            </a:r>
          </a:p>
          <a:p>
            <a:pPr>
              <a:defRPr sz="1800"/>
            </a:pPr>
            <a:r>
              <a:t>模型选择取决于分析目标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2468879"/>
            <a:ext cx="10122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/>
            </a:pPr>
            <a:r>
              <a:t>实际器件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2468879"/>
            <a:ext cx="10122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/>
            </a:pPr>
            <a:r>
              <a:t>理想元件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354930" y="2651760"/>
            <a:ext cx="155539" cy="2560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778240" y="2468879"/>
            <a:ext cx="10122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/>
            </a:pPr>
            <a:r>
              <a:t>电路模型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589370" y="2651760"/>
            <a:ext cx="155539" cy="2560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0012680" y="2468879"/>
            <a:ext cx="10122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/>
            </a:pPr>
            <a:r>
              <a:t>分析与设计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823810" y="2651760"/>
            <a:ext cx="155539" cy="2560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  |  SRC-CIR-001, SRC-CIR-002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